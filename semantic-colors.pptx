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54864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182880"/>
            <a:ext cx="1645920" cy="164592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1440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FBF1"/>
                </a:solidFill>
              </a:rPr>
              <a:t>DESIGN SYSTEM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Semantic Colors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Right Choice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hex vs. Primitive tokens vs. Semantic tokens — a clear-headed comparison for your dev team.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5196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Define Color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of abstraction serves a different purpose — and has very different consequences.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743200" cy="347472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2743200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8132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AVOID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Hardcoded Hex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22585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values scattered across components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2578608" cy="1737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761488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#3B82F6;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border: 1px solid #3B82F6;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#EFF6FF;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743200" cy="347472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274320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48132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BETTER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8328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Primitive Tokens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83280" y="22585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palette, but no semantic meaning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2715768"/>
            <a:ext cx="2578608" cy="1737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2761488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blue-500;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border: 1px solid blue-500;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blue-50;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325880"/>
            <a:ext cx="2743200" cy="34747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325880"/>
            <a:ext cx="27432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1481328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481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BEST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63640" y="1828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Semantic Tokens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63640" y="22585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Intent-driven names that survive rebranding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2715768"/>
            <a:ext cx="2578608" cy="1737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2761488"/>
            <a:ext cx="24871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text-interactive;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border: 1px solid border-focus;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surface-subtle;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 with Hardcoded Hex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0020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73152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984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Zero Discoverability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 which color means what. #3B82F6 in one component, #3B82F7 in another — they look the same, but are they?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114800" cy="160020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188720"/>
            <a:ext cx="73152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984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Rebrand = Nightmare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7190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your brand color means grepping across hundreds of files and hoping nothing breaks or gets missed.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60020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17520"/>
            <a:ext cx="73152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27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Dark Mode is Impossible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478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reassign a hardcoded value at runtime. Supporting dark mode requires duplicating every component.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4114800" cy="160020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3017520"/>
            <a:ext cx="73152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1272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Inconsistency Creeps 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54787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devs copy slightly different hex values. Your 'blue' becomes 6 slightly different blues across the codebase.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Primitives Are Better, But Not Enough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tokens give colors names (blue-500) but still require developers to make design decisions — which is the wrong person making the wrong call.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3931920" cy="28346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002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Developer sees this: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Which blue should I use?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blue-300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this?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blue-400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or...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blue-500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783080"/>
            <a:ext cx="4114800" cy="59436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783080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requires design knowledge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0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must know that blue-500 is the 'interactive' blue, not blue-400 or blue-600.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2496312"/>
            <a:ext cx="4114800" cy="59436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496312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523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semantic meaning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2798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blue-500 tells you the color. It doesn't tell you when to use 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3209544"/>
            <a:ext cx="4114800" cy="59436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209544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theme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dark mode still requires mapping every primitive to a new value per context.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922776"/>
            <a:ext cx="4114800" cy="59436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922776"/>
            <a:ext cx="64008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950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is risky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4224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blue-500 changes visually, everything using it breaks — even if only some uses should change.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Semantic Colors — Names That Mean Something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tokens encode intent, not value. The name tells a developer exactly when and where to use a color.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01168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Name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554480"/>
            <a:ext cx="173736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554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 (Light)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1554480"/>
            <a:ext cx="173736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554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(Dark)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554480"/>
            <a:ext cx="329184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55448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93392"/>
            <a:ext cx="2011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933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text-primary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77440" y="1993392"/>
            <a:ext cx="1737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19933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#0F172A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0" y="1993392"/>
            <a:ext cx="1737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19933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#F8FAFC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52160" y="1993392"/>
            <a:ext cx="32918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99339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body and headings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432304"/>
            <a:ext cx="20116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43230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text-interactive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77440" y="2432304"/>
            <a:ext cx="173736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4323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#0D9488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0" y="2432304"/>
            <a:ext cx="173736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4206240" y="24323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#14B8A6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52160" y="2432304"/>
            <a:ext cx="329184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243230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Links, CTAs, interactive elements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2871216"/>
            <a:ext cx="2011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87121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surface-subtle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377440" y="2871216"/>
            <a:ext cx="1737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468880" y="28712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#F1F5F9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0" y="2871216"/>
            <a:ext cx="1737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0" y="287121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#1E293B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52160" y="2871216"/>
            <a:ext cx="32918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0" y="287121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backgrounds, section fills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310128"/>
            <a:ext cx="20116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3101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border-focus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377440" y="3310128"/>
            <a:ext cx="173736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2468880" y="33101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#0D9488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0" y="3310128"/>
            <a:ext cx="173736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4206240" y="33101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#14B8A6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52160" y="3310128"/>
            <a:ext cx="329184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0" y="33101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rings, active borders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37490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feedback-error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377440" y="3749040"/>
            <a:ext cx="1737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468880" y="3749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#EF4444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114800" y="3749040"/>
            <a:ext cx="1737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206240" y="3749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#F87171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852160" y="3749040"/>
            <a:ext cx="32918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0" y="37490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states and messages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365760" y="42793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value can change (light → dark, rebrand) — the name and its meaning never change.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Reasons Your Team Will Thank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530352" y="1051560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069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Dark Mode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all semantic values at the theme level. Zero component changes. One mapping file.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4919472" y="1051560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32120" y="10698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 in Minutes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4173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token values, not every component. Your design system absorbs the change cleanly.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7744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2468880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Confidence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8346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"text-interactive" tells devs exactly when to use it. No more guessing blue-400 vs blue-500.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7744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4919472" y="2468880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32120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Built-in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28346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contrast ratios at the token level. Semantic names make a11y audits faster.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14600" y="37947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14600" y="3794760"/>
            <a:ext cx="7315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7"/>
          <p:cNvSpPr/>
          <p:nvPr/>
        </p:nvSpPr>
        <p:spPr>
          <a:xfrm>
            <a:off x="2679192" y="3886200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30" name="Text 28"/>
          <p:cNvSpPr/>
          <p:nvPr/>
        </p:nvSpPr>
        <p:spPr>
          <a:xfrm>
            <a:off x="2679192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3904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Theming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91840" y="42519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products, holiday themes, enterprise customization — all from one token layer.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After: Real-World Impact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931920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BEFORE  (Hardcoded / Primitive)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07592"/>
            <a:ext cx="3931920" cy="347472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1444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 takes 2–3 sprint weeks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93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1248" y="19751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requires duplicating every component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25054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devs guess which blue to use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05409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54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1248" y="3035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audit is a color treasure hunt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58444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" y="3566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inconsistencies multiply over time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14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✕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" y="40965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White-labeling requires custom forks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868680"/>
            <a:ext cx="39319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8686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AFTER  (Semantic Tokens)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307592"/>
            <a:ext cx="3931920" cy="347472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0" y="14630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1463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21808" y="1444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 = update one token file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0" y="199339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1993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21808" y="19751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= swap token values at root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0" y="252374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2523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21808" y="25054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know exactly which token to use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0" y="305409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054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21808" y="3035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tokens once, apply everywhere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0" y="358444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21808" y="3566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enforces consistency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29200" y="411480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4114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321808" y="40965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White-labeling is a new theme file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87952" y="2331720"/>
            <a:ext cx="777240" cy="777240"/>
          </a:xfrm>
          <a:prstGeom prst="ellipse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187952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Structure Your Token Layers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CBD5E1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Raw Values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hex codes — never used directly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89120" y="10058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#0D9488  #F8FAFC  #EF4444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658368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Primitive Tokens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palette — the complete set of colors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0" y="18288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teal-600  slate-50  red-500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8412480" cy="658368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Semantic Tokens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907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 — maps roles to primitives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0" y="265176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text-interactive: teal-600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surface-default: slate-50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8412480" cy="658368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Component Tokens (optional)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730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Component-scoped overrides when needed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0" y="347472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button-bg: text-interactive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nav-surface: surface-default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62272" y="1572768"/>
            <a:ext cx="54864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4462272" y="2395728"/>
            <a:ext cx="54864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4462272" y="3218688"/>
            <a:ext cx="54864" cy="1645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Devs only ever touch Semantic (Layer 3) or Component tokens (Layer 4). Raw values and primitives are design-system internals.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3657600"/>
          </a:xfrm>
          <a:prstGeom prst="rect">
            <a:avLst/>
          </a:prstGeom>
          <a:solidFill>
            <a:srgbClr val="CBD5E1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1887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993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69748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1B2A4A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⏱ 1 week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309067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List all colors in use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35661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Group by visual role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40416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Identify inconsistencies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0" y="1097280"/>
            <a:ext cx="1965960" cy="36576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1887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68880" y="1993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Primitives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269748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1B2A4A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⏱ 1 week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78608" y="309067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Create the complete palette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78608" y="35661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usage rules yet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78608" y="40416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Align with design team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1097280"/>
            <a:ext cx="1965960" cy="365760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57800" y="11887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17720" y="1993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Phase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1772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Semantics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269748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1B2A4A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⏱ 1 week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27448" y="309067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Map roles → primitives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27448" y="35661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Define light/dark mappings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27448" y="40416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Write naming guidelines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66560" y="1097280"/>
            <a:ext cx="1965960" cy="365760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06640" y="118872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740664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766560" y="1993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Phase 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0" y="2286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040880" y="2697480"/>
            <a:ext cx="1417320" cy="274320"/>
          </a:xfrm>
          <a:prstGeom prst="roundRect">
            <a:avLst>
              <a:gd name="adj" fmla="val 13333"/>
            </a:avLst>
          </a:prstGeom>
          <a:solidFill>
            <a:srgbClr val="1B2A4A">
              <a:alpha val="8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0" y="26974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⏱ 2–4 weeks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76288" y="309067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Replace hex/primitives in components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76288" y="356616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Update design tokens in Figma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76288" y="4041648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Write linting rules to block regression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1645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91640"/>
            <a:ext cx="73152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 Semantic tokens separate design intent from implementation.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350008"/>
            <a:ext cx="73152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5000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 Theming, dark mode, and rebrand become configuration, not code changes.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008376"/>
            <a:ext cx="73152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00837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 Devs and designers speak the same language — reducing errors.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666744"/>
            <a:ext cx="7315200" cy="54864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6674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 The up-front cost is low; the long-term payoff is enormous.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0" y="4434840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44348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Let's build a better color system 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Semantic Colors Win</dc:title>
  <dc:subject>PptxGenJS Presentation</dc:subject>
  <dc:creator>PptxGenJS</dc:creator>
  <cp:lastModifiedBy>PptxGenJS</cp:lastModifiedBy>
  <cp:revision>1</cp:revision>
  <dcterms:created xsi:type="dcterms:W3CDTF">2026-05-25T07:11:32Z</dcterms:created>
  <dcterms:modified xsi:type="dcterms:W3CDTF">2026-05-25T07:11:32Z</dcterms:modified>
</cp:coreProperties>
</file>